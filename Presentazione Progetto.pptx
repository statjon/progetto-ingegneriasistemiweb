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3" r:id="rId4"/>
    <p:sldId id="258" r:id="rId5"/>
    <p:sldId id="259" r:id="rId6"/>
    <p:sldId id="260" r:id="rId7"/>
    <p:sldId id="261" r:id="rId8"/>
    <p:sldId id="262" r:id="rId9"/>
    <p:sldId id="264" r:id="rId10"/>
  </p:sldIdLst>
  <p:sldSz cx="12192000" cy="6858000"/>
  <p:notesSz cx="7099300" cy="10234613"/>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3" autoAdjust="0"/>
    <p:restoredTop sz="94660"/>
  </p:normalViewPr>
  <p:slideViewPr>
    <p:cSldViewPr snapToGrid="0">
      <p:cViewPr varScale="1">
        <p:scale>
          <a:sx n="93" d="100"/>
          <a:sy n="93" d="100"/>
        </p:scale>
        <p:origin x="1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47F20E2-8D0A-A128-54B1-D6C02A8C4AE2}"/>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6267B20F-FDCF-0D23-2B97-0E60E48135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2171BF41-5FDE-2A5F-B647-0BAE2EBE1627}"/>
              </a:ext>
            </a:extLst>
          </p:cNvPr>
          <p:cNvSpPr>
            <a:spLocks noGrp="1"/>
          </p:cNvSpPr>
          <p:nvPr>
            <p:ph type="dt" sz="half" idx="10"/>
          </p:nvPr>
        </p:nvSpPr>
        <p:spPr/>
        <p:txBody>
          <a:bodyPr/>
          <a:lstStyle/>
          <a:p>
            <a:fld id="{C22E3EE1-7BEC-4089-B6A5-C51A31992472}" type="datetimeFigureOut">
              <a:rPr lang="it-IT" smtClean="0"/>
              <a:t>07/06/2026</a:t>
            </a:fld>
            <a:endParaRPr lang="it-IT"/>
          </a:p>
        </p:txBody>
      </p:sp>
      <p:sp>
        <p:nvSpPr>
          <p:cNvPr id="5" name="Segnaposto piè di pagina 4">
            <a:extLst>
              <a:ext uri="{FF2B5EF4-FFF2-40B4-BE49-F238E27FC236}">
                <a16:creationId xmlns:a16="http://schemas.microsoft.com/office/drawing/2014/main" id="{AF636E60-462E-872B-49E9-519BE8A19C87}"/>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72650353-6E07-BC41-CC21-677062BA4FC6}"/>
              </a:ext>
            </a:extLst>
          </p:cNvPr>
          <p:cNvSpPr>
            <a:spLocks noGrp="1"/>
          </p:cNvSpPr>
          <p:nvPr>
            <p:ph type="sldNum" sz="quarter" idx="12"/>
          </p:nvPr>
        </p:nvSpPr>
        <p:spPr/>
        <p:txBody>
          <a:bodyPr/>
          <a:lstStyle/>
          <a:p>
            <a:fld id="{006C31A5-624D-4DE1-8BB4-D235E764CD75}" type="slidenum">
              <a:rPr lang="it-IT" smtClean="0"/>
              <a:t>‹N›</a:t>
            </a:fld>
            <a:endParaRPr lang="it-IT"/>
          </a:p>
        </p:txBody>
      </p:sp>
    </p:spTree>
    <p:extLst>
      <p:ext uri="{BB962C8B-B14F-4D97-AF65-F5344CB8AC3E}">
        <p14:creationId xmlns:p14="http://schemas.microsoft.com/office/powerpoint/2010/main" val="2364279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1E81BC1-A383-902E-95AF-06298EE1C1B7}"/>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A8F9DF10-D0A9-32E4-E0B2-72FC094BFA64}"/>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E9BCF187-61FA-644E-75B9-0782915292DC}"/>
              </a:ext>
            </a:extLst>
          </p:cNvPr>
          <p:cNvSpPr>
            <a:spLocks noGrp="1"/>
          </p:cNvSpPr>
          <p:nvPr>
            <p:ph type="dt" sz="half" idx="10"/>
          </p:nvPr>
        </p:nvSpPr>
        <p:spPr/>
        <p:txBody>
          <a:bodyPr/>
          <a:lstStyle/>
          <a:p>
            <a:fld id="{C22E3EE1-7BEC-4089-B6A5-C51A31992472}" type="datetimeFigureOut">
              <a:rPr lang="it-IT" smtClean="0"/>
              <a:t>07/06/2026</a:t>
            </a:fld>
            <a:endParaRPr lang="it-IT"/>
          </a:p>
        </p:txBody>
      </p:sp>
      <p:sp>
        <p:nvSpPr>
          <p:cNvPr id="5" name="Segnaposto piè di pagina 4">
            <a:extLst>
              <a:ext uri="{FF2B5EF4-FFF2-40B4-BE49-F238E27FC236}">
                <a16:creationId xmlns:a16="http://schemas.microsoft.com/office/drawing/2014/main" id="{01D0C85F-12E5-836F-6B1F-C110D2952D9D}"/>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C063EAF0-486B-B4FE-BD6E-B038AC81BF04}"/>
              </a:ext>
            </a:extLst>
          </p:cNvPr>
          <p:cNvSpPr>
            <a:spLocks noGrp="1"/>
          </p:cNvSpPr>
          <p:nvPr>
            <p:ph type="sldNum" sz="quarter" idx="12"/>
          </p:nvPr>
        </p:nvSpPr>
        <p:spPr/>
        <p:txBody>
          <a:bodyPr/>
          <a:lstStyle/>
          <a:p>
            <a:fld id="{006C31A5-624D-4DE1-8BB4-D235E764CD75}" type="slidenum">
              <a:rPr lang="it-IT" smtClean="0"/>
              <a:t>‹N›</a:t>
            </a:fld>
            <a:endParaRPr lang="it-IT"/>
          </a:p>
        </p:txBody>
      </p:sp>
    </p:spTree>
    <p:extLst>
      <p:ext uri="{BB962C8B-B14F-4D97-AF65-F5344CB8AC3E}">
        <p14:creationId xmlns:p14="http://schemas.microsoft.com/office/powerpoint/2010/main" val="596619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C0EB359-0858-EF81-E6D7-F84A6F7547DD}"/>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193BCD26-BBAC-5899-DA5C-9B5AF8CBC7D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4BFF9D98-839D-C412-B1E1-59B271FB2111}"/>
              </a:ext>
            </a:extLst>
          </p:cNvPr>
          <p:cNvSpPr>
            <a:spLocks noGrp="1"/>
          </p:cNvSpPr>
          <p:nvPr>
            <p:ph type="dt" sz="half" idx="10"/>
          </p:nvPr>
        </p:nvSpPr>
        <p:spPr/>
        <p:txBody>
          <a:bodyPr/>
          <a:lstStyle/>
          <a:p>
            <a:fld id="{C22E3EE1-7BEC-4089-B6A5-C51A31992472}" type="datetimeFigureOut">
              <a:rPr lang="it-IT" smtClean="0"/>
              <a:t>07/06/2026</a:t>
            </a:fld>
            <a:endParaRPr lang="it-IT"/>
          </a:p>
        </p:txBody>
      </p:sp>
      <p:sp>
        <p:nvSpPr>
          <p:cNvPr id="5" name="Segnaposto piè di pagina 4">
            <a:extLst>
              <a:ext uri="{FF2B5EF4-FFF2-40B4-BE49-F238E27FC236}">
                <a16:creationId xmlns:a16="http://schemas.microsoft.com/office/drawing/2014/main" id="{2689F4E8-F614-DD93-18AC-581744BF948E}"/>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4CDB6A16-8EA5-6AC4-5ED8-940922949784}"/>
              </a:ext>
            </a:extLst>
          </p:cNvPr>
          <p:cNvSpPr>
            <a:spLocks noGrp="1"/>
          </p:cNvSpPr>
          <p:nvPr>
            <p:ph type="sldNum" sz="quarter" idx="12"/>
          </p:nvPr>
        </p:nvSpPr>
        <p:spPr/>
        <p:txBody>
          <a:bodyPr/>
          <a:lstStyle/>
          <a:p>
            <a:fld id="{006C31A5-624D-4DE1-8BB4-D235E764CD75}" type="slidenum">
              <a:rPr lang="it-IT" smtClean="0"/>
              <a:t>‹N›</a:t>
            </a:fld>
            <a:endParaRPr lang="it-IT"/>
          </a:p>
        </p:txBody>
      </p:sp>
    </p:spTree>
    <p:extLst>
      <p:ext uri="{BB962C8B-B14F-4D97-AF65-F5344CB8AC3E}">
        <p14:creationId xmlns:p14="http://schemas.microsoft.com/office/powerpoint/2010/main" val="15790483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79DA5D4-95CC-1BCB-00C6-32EBB7ACB5BA}"/>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D818CCBC-775E-2B34-8C1C-01A395310B96}"/>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2245DA2B-1DCD-2953-BFC6-89C88E8F0017}"/>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927C3AA2-A9B7-0A9A-EFFF-E136CBD0115C}"/>
              </a:ext>
            </a:extLst>
          </p:cNvPr>
          <p:cNvSpPr>
            <a:spLocks noGrp="1"/>
          </p:cNvSpPr>
          <p:nvPr>
            <p:ph type="dt" sz="half" idx="10"/>
          </p:nvPr>
        </p:nvSpPr>
        <p:spPr/>
        <p:txBody>
          <a:bodyPr/>
          <a:lstStyle/>
          <a:p>
            <a:fld id="{C22E3EE1-7BEC-4089-B6A5-C51A31992472}" type="datetimeFigureOut">
              <a:rPr lang="it-IT" smtClean="0"/>
              <a:t>07/06/2026</a:t>
            </a:fld>
            <a:endParaRPr lang="it-IT"/>
          </a:p>
        </p:txBody>
      </p:sp>
      <p:sp>
        <p:nvSpPr>
          <p:cNvPr id="6" name="Segnaposto piè di pagina 5">
            <a:extLst>
              <a:ext uri="{FF2B5EF4-FFF2-40B4-BE49-F238E27FC236}">
                <a16:creationId xmlns:a16="http://schemas.microsoft.com/office/drawing/2014/main" id="{06894C1D-DC8A-2B39-8037-2B5D1A514C11}"/>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EC94AF9F-B40D-07E5-D946-671F919514FB}"/>
              </a:ext>
            </a:extLst>
          </p:cNvPr>
          <p:cNvSpPr>
            <a:spLocks noGrp="1"/>
          </p:cNvSpPr>
          <p:nvPr>
            <p:ph type="sldNum" sz="quarter" idx="12"/>
          </p:nvPr>
        </p:nvSpPr>
        <p:spPr/>
        <p:txBody>
          <a:bodyPr/>
          <a:lstStyle/>
          <a:p>
            <a:fld id="{006C31A5-624D-4DE1-8BB4-D235E764CD75}" type="slidenum">
              <a:rPr lang="it-IT" smtClean="0"/>
              <a:t>‹N›</a:t>
            </a:fld>
            <a:endParaRPr lang="it-IT"/>
          </a:p>
        </p:txBody>
      </p:sp>
    </p:spTree>
    <p:extLst>
      <p:ext uri="{BB962C8B-B14F-4D97-AF65-F5344CB8AC3E}">
        <p14:creationId xmlns:p14="http://schemas.microsoft.com/office/powerpoint/2010/main" val="41916647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DCA488E-8552-B50E-7E29-53D1B78D6BC3}"/>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91629300-CEAF-1B52-F7BC-D56C7B734E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B4A51C19-2931-9F92-299E-CB15D40806EB}"/>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AD6B940A-0AB8-74C6-C1FC-1AC162A84B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4E983B2B-EE59-D46A-0F68-7F3FB5E8AB2B}"/>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8018A5C9-9B76-5EFB-F24D-BD317877EBE1}"/>
              </a:ext>
            </a:extLst>
          </p:cNvPr>
          <p:cNvSpPr>
            <a:spLocks noGrp="1"/>
          </p:cNvSpPr>
          <p:nvPr>
            <p:ph type="dt" sz="half" idx="10"/>
          </p:nvPr>
        </p:nvSpPr>
        <p:spPr/>
        <p:txBody>
          <a:bodyPr/>
          <a:lstStyle/>
          <a:p>
            <a:fld id="{C22E3EE1-7BEC-4089-B6A5-C51A31992472}" type="datetimeFigureOut">
              <a:rPr lang="it-IT" smtClean="0"/>
              <a:t>07/06/2026</a:t>
            </a:fld>
            <a:endParaRPr lang="it-IT"/>
          </a:p>
        </p:txBody>
      </p:sp>
      <p:sp>
        <p:nvSpPr>
          <p:cNvPr id="8" name="Segnaposto piè di pagina 7">
            <a:extLst>
              <a:ext uri="{FF2B5EF4-FFF2-40B4-BE49-F238E27FC236}">
                <a16:creationId xmlns:a16="http://schemas.microsoft.com/office/drawing/2014/main" id="{7B4D6C74-A91C-0341-A5F0-D36256E64625}"/>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CEEC034F-3B8F-E2A2-5845-6AB211B690DF}"/>
              </a:ext>
            </a:extLst>
          </p:cNvPr>
          <p:cNvSpPr>
            <a:spLocks noGrp="1"/>
          </p:cNvSpPr>
          <p:nvPr>
            <p:ph type="sldNum" sz="quarter" idx="12"/>
          </p:nvPr>
        </p:nvSpPr>
        <p:spPr/>
        <p:txBody>
          <a:bodyPr/>
          <a:lstStyle/>
          <a:p>
            <a:fld id="{006C31A5-624D-4DE1-8BB4-D235E764CD75}" type="slidenum">
              <a:rPr lang="it-IT" smtClean="0"/>
              <a:t>‹N›</a:t>
            </a:fld>
            <a:endParaRPr lang="it-IT"/>
          </a:p>
        </p:txBody>
      </p:sp>
    </p:spTree>
    <p:extLst>
      <p:ext uri="{BB962C8B-B14F-4D97-AF65-F5344CB8AC3E}">
        <p14:creationId xmlns:p14="http://schemas.microsoft.com/office/powerpoint/2010/main" val="3091208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B17828-E20B-5BA2-2A07-5913A6225254}"/>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6196D7C2-9CDA-E13A-CC25-F3442C746798}"/>
              </a:ext>
            </a:extLst>
          </p:cNvPr>
          <p:cNvSpPr>
            <a:spLocks noGrp="1"/>
          </p:cNvSpPr>
          <p:nvPr>
            <p:ph type="dt" sz="half" idx="10"/>
          </p:nvPr>
        </p:nvSpPr>
        <p:spPr/>
        <p:txBody>
          <a:bodyPr/>
          <a:lstStyle/>
          <a:p>
            <a:fld id="{C22E3EE1-7BEC-4089-B6A5-C51A31992472}" type="datetimeFigureOut">
              <a:rPr lang="it-IT" smtClean="0"/>
              <a:t>07/06/2026</a:t>
            </a:fld>
            <a:endParaRPr lang="it-IT"/>
          </a:p>
        </p:txBody>
      </p:sp>
      <p:sp>
        <p:nvSpPr>
          <p:cNvPr id="4" name="Segnaposto piè di pagina 3">
            <a:extLst>
              <a:ext uri="{FF2B5EF4-FFF2-40B4-BE49-F238E27FC236}">
                <a16:creationId xmlns:a16="http://schemas.microsoft.com/office/drawing/2014/main" id="{CE32B06D-7839-F5CE-893C-9037BC032394}"/>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D4D10EF6-1184-43B5-AC3D-7BA4C43D139E}"/>
              </a:ext>
            </a:extLst>
          </p:cNvPr>
          <p:cNvSpPr>
            <a:spLocks noGrp="1"/>
          </p:cNvSpPr>
          <p:nvPr>
            <p:ph type="sldNum" sz="quarter" idx="12"/>
          </p:nvPr>
        </p:nvSpPr>
        <p:spPr/>
        <p:txBody>
          <a:bodyPr/>
          <a:lstStyle/>
          <a:p>
            <a:fld id="{006C31A5-624D-4DE1-8BB4-D235E764CD75}" type="slidenum">
              <a:rPr lang="it-IT" smtClean="0"/>
              <a:t>‹N›</a:t>
            </a:fld>
            <a:endParaRPr lang="it-IT"/>
          </a:p>
        </p:txBody>
      </p:sp>
    </p:spTree>
    <p:extLst>
      <p:ext uri="{BB962C8B-B14F-4D97-AF65-F5344CB8AC3E}">
        <p14:creationId xmlns:p14="http://schemas.microsoft.com/office/powerpoint/2010/main" val="23705361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0963A48C-7393-8E2C-E06E-E062F8D2462F}"/>
              </a:ext>
            </a:extLst>
          </p:cNvPr>
          <p:cNvSpPr>
            <a:spLocks noGrp="1"/>
          </p:cNvSpPr>
          <p:nvPr>
            <p:ph type="dt" sz="half" idx="10"/>
          </p:nvPr>
        </p:nvSpPr>
        <p:spPr/>
        <p:txBody>
          <a:bodyPr/>
          <a:lstStyle/>
          <a:p>
            <a:fld id="{C22E3EE1-7BEC-4089-B6A5-C51A31992472}" type="datetimeFigureOut">
              <a:rPr lang="it-IT" smtClean="0"/>
              <a:t>07/06/2026</a:t>
            </a:fld>
            <a:endParaRPr lang="it-IT"/>
          </a:p>
        </p:txBody>
      </p:sp>
      <p:sp>
        <p:nvSpPr>
          <p:cNvPr id="3" name="Segnaposto piè di pagina 2">
            <a:extLst>
              <a:ext uri="{FF2B5EF4-FFF2-40B4-BE49-F238E27FC236}">
                <a16:creationId xmlns:a16="http://schemas.microsoft.com/office/drawing/2014/main" id="{64F243C6-0C24-6C63-8A01-72D49E4FED1E}"/>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E4E2C58A-54BA-7AE2-2807-071A973A6D61}"/>
              </a:ext>
            </a:extLst>
          </p:cNvPr>
          <p:cNvSpPr>
            <a:spLocks noGrp="1"/>
          </p:cNvSpPr>
          <p:nvPr>
            <p:ph type="sldNum" sz="quarter" idx="12"/>
          </p:nvPr>
        </p:nvSpPr>
        <p:spPr/>
        <p:txBody>
          <a:bodyPr/>
          <a:lstStyle/>
          <a:p>
            <a:fld id="{006C31A5-624D-4DE1-8BB4-D235E764CD75}" type="slidenum">
              <a:rPr lang="it-IT" smtClean="0"/>
              <a:t>‹N›</a:t>
            </a:fld>
            <a:endParaRPr lang="it-IT"/>
          </a:p>
        </p:txBody>
      </p:sp>
    </p:spTree>
    <p:extLst>
      <p:ext uri="{BB962C8B-B14F-4D97-AF65-F5344CB8AC3E}">
        <p14:creationId xmlns:p14="http://schemas.microsoft.com/office/powerpoint/2010/main" val="2718999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E396552-E91F-2873-AF57-EFC24E5D3AC8}"/>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3A998611-F062-9D38-4358-E997793D148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0B1BBB4F-FF68-8F40-5197-321D5FBF8B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7DF37BC5-B09A-A714-1D0B-32E1E2B3207C}"/>
              </a:ext>
            </a:extLst>
          </p:cNvPr>
          <p:cNvSpPr>
            <a:spLocks noGrp="1"/>
          </p:cNvSpPr>
          <p:nvPr>
            <p:ph type="dt" sz="half" idx="10"/>
          </p:nvPr>
        </p:nvSpPr>
        <p:spPr/>
        <p:txBody>
          <a:bodyPr/>
          <a:lstStyle/>
          <a:p>
            <a:fld id="{C22E3EE1-7BEC-4089-B6A5-C51A31992472}" type="datetimeFigureOut">
              <a:rPr lang="it-IT" smtClean="0"/>
              <a:t>07/06/2026</a:t>
            </a:fld>
            <a:endParaRPr lang="it-IT"/>
          </a:p>
        </p:txBody>
      </p:sp>
      <p:sp>
        <p:nvSpPr>
          <p:cNvPr id="6" name="Segnaposto piè di pagina 5">
            <a:extLst>
              <a:ext uri="{FF2B5EF4-FFF2-40B4-BE49-F238E27FC236}">
                <a16:creationId xmlns:a16="http://schemas.microsoft.com/office/drawing/2014/main" id="{9D3964D9-C9FD-7B56-3399-FE9EEFC1F08A}"/>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AB31846B-9AEE-0A26-F390-BB1CAB941B23}"/>
              </a:ext>
            </a:extLst>
          </p:cNvPr>
          <p:cNvSpPr>
            <a:spLocks noGrp="1"/>
          </p:cNvSpPr>
          <p:nvPr>
            <p:ph type="sldNum" sz="quarter" idx="12"/>
          </p:nvPr>
        </p:nvSpPr>
        <p:spPr/>
        <p:txBody>
          <a:bodyPr/>
          <a:lstStyle/>
          <a:p>
            <a:fld id="{006C31A5-624D-4DE1-8BB4-D235E764CD75}" type="slidenum">
              <a:rPr lang="it-IT" smtClean="0"/>
              <a:t>‹N›</a:t>
            </a:fld>
            <a:endParaRPr lang="it-IT"/>
          </a:p>
        </p:txBody>
      </p:sp>
    </p:spTree>
    <p:extLst>
      <p:ext uri="{BB962C8B-B14F-4D97-AF65-F5344CB8AC3E}">
        <p14:creationId xmlns:p14="http://schemas.microsoft.com/office/powerpoint/2010/main" val="3806744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E6336AA-EC00-4C24-3044-3ABF99017BAC}"/>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C67484F1-37B5-4F4D-36F8-B512101B07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65E1B876-2F9E-C1DC-B4C0-5EE70BD528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67FFDCBB-447E-96E0-55C3-5770B614DAC7}"/>
              </a:ext>
            </a:extLst>
          </p:cNvPr>
          <p:cNvSpPr>
            <a:spLocks noGrp="1"/>
          </p:cNvSpPr>
          <p:nvPr>
            <p:ph type="dt" sz="half" idx="10"/>
          </p:nvPr>
        </p:nvSpPr>
        <p:spPr/>
        <p:txBody>
          <a:bodyPr/>
          <a:lstStyle/>
          <a:p>
            <a:fld id="{C22E3EE1-7BEC-4089-B6A5-C51A31992472}" type="datetimeFigureOut">
              <a:rPr lang="it-IT" smtClean="0"/>
              <a:t>07/06/2026</a:t>
            </a:fld>
            <a:endParaRPr lang="it-IT"/>
          </a:p>
        </p:txBody>
      </p:sp>
      <p:sp>
        <p:nvSpPr>
          <p:cNvPr id="6" name="Segnaposto piè di pagina 5">
            <a:extLst>
              <a:ext uri="{FF2B5EF4-FFF2-40B4-BE49-F238E27FC236}">
                <a16:creationId xmlns:a16="http://schemas.microsoft.com/office/drawing/2014/main" id="{435B0FDE-EB07-6C3D-EC67-A203DF247126}"/>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2EAFF366-2D9E-3241-6D3E-EA7ECE5D3BFD}"/>
              </a:ext>
            </a:extLst>
          </p:cNvPr>
          <p:cNvSpPr>
            <a:spLocks noGrp="1"/>
          </p:cNvSpPr>
          <p:nvPr>
            <p:ph type="sldNum" sz="quarter" idx="12"/>
          </p:nvPr>
        </p:nvSpPr>
        <p:spPr/>
        <p:txBody>
          <a:bodyPr/>
          <a:lstStyle/>
          <a:p>
            <a:fld id="{006C31A5-624D-4DE1-8BB4-D235E764CD75}" type="slidenum">
              <a:rPr lang="it-IT" smtClean="0"/>
              <a:t>‹N›</a:t>
            </a:fld>
            <a:endParaRPr lang="it-IT"/>
          </a:p>
        </p:txBody>
      </p:sp>
    </p:spTree>
    <p:extLst>
      <p:ext uri="{BB962C8B-B14F-4D97-AF65-F5344CB8AC3E}">
        <p14:creationId xmlns:p14="http://schemas.microsoft.com/office/powerpoint/2010/main" val="25129040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557FC8E-2F5A-798F-BEE4-5B70BC56641D}"/>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B1FFC6B7-606A-FF23-435F-39A71BE80938}"/>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22C9A496-E60D-DC80-E880-8AC327425182}"/>
              </a:ext>
            </a:extLst>
          </p:cNvPr>
          <p:cNvSpPr>
            <a:spLocks noGrp="1"/>
          </p:cNvSpPr>
          <p:nvPr>
            <p:ph type="dt" sz="half" idx="10"/>
          </p:nvPr>
        </p:nvSpPr>
        <p:spPr/>
        <p:txBody>
          <a:bodyPr/>
          <a:lstStyle/>
          <a:p>
            <a:fld id="{C22E3EE1-7BEC-4089-B6A5-C51A31992472}" type="datetimeFigureOut">
              <a:rPr lang="it-IT" smtClean="0"/>
              <a:t>07/06/2026</a:t>
            </a:fld>
            <a:endParaRPr lang="it-IT"/>
          </a:p>
        </p:txBody>
      </p:sp>
      <p:sp>
        <p:nvSpPr>
          <p:cNvPr id="5" name="Segnaposto piè di pagina 4">
            <a:extLst>
              <a:ext uri="{FF2B5EF4-FFF2-40B4-BE49-F238E27FC236}">
                <a16:creationId xmlns:a16="http://schemas.microsoft.com/office/drawing/2014/main" id="{7F1A6A58-0048-EDED-0E98-2F625E8BCFAA}"/>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360A6B08-F1C0-A6F1-55E0-84F297F42BBB}"/>
              </a:ext>
            </a:extLst>
          </p:cNvPr>
          <p:cNvSpPr>
            <a:spLocks noGrp="1"/>
          </p:cNvSpPr>
          <p:nvPr>
            <p:ph type="sldNum" sz="quarter" idx="12"/>
          </p:nvPr>
        </p:nvSpPr>
        <p:spPr/>
        <p:txBody>
          <a:bodyPr/>
          <a:lstStyle/>
          <a:p>
            <a:fld id="{006C31A5-624D-4DE1-8BB4-D235E764CD75}" type="slidenum">
              <a:rPr lang="it-IT" smtClean="0"/>
              <a:t>‹N›</a:t>
            </a:fld>
            <a:endParaRPr lang="it-IT"/>
          </a:p>
        </p:txBody>
      </p:sp>
    </p:spTree>
    <p:extLst>
      <p:ext uri="{BB962C8B-B14F-4D97-AF65-F5344CB8AC3E}">
        <p14:creationId xmlns:p14="http://schemas.microsoft.com/office/powerpoint/2010/main" val="202416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8E2D5054-4426-8AA5-4FFC-C6144FA5BFD4}"/>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0D0CC8AA-984A-7A01-01B9-E87DB541B9C4}"/>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3277367A-99A9-287B-46CD-C509F0C3A700}"/>
              </a:ext>
            </a:extLst>
          </p:cNvPr>
          <p:cNvSpPr>
            <a:spLocks noGrp="1"/>
          </p:cNvSpPr>
          <p:nvPr>
            <p:ph type="dt" sz="half" idx="10"/>
          </p:nvPr>
        </p:nvSpPr>
        <p:spPr/>
        <p:txBody>
          <a:bodyPr/>
          <a:lstStyle/>
          <a:p>
            <a:fld id="{C22E3EE1-7BEC-4089-B6A5-C51A31992472}" type="datetimeFigureOut">
              <a:rPr lang="it-IT" smtClean="0"/>
              <a:t>07/06/2026</a:t>
            </a:fld>
            <a:endParaRPr lang="it-IT"/>
          </a:p>
        </p:txBody>
      </p:sp>
      <p:sp>
        <p:nvSpPr>
          <p:cNvPr id="5" name="Segnaposto piè di pagina 4">
            <a:extLst>
              <a:ext uri="{FF2B5EF4-FFF2-40B4-BE49-F238E27FC236}">
                <a16:creationId xmlns:a16="http://schemas.microsoft.com/office/drawing/2014/main" id="{E1E54F45-566C-DF7B-DC22-B226FD6CC1A7}"/>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D85763FA-2411-367B-2FA8-76B0A582B346}"/>
              </a:ext>
            </a:extLst>
          </p:cNvPr>
          <p:cNvSpPr>
            <a:spLocks noGrp="1"/>
          </p:cNvSpPr>
          <p:nvPr>
            <p:ph type="sldNum" sz="quarter" idx="12"/>
          </p:nvPr>
        </p:nvSpPr>
        <p:spPr/>
        <p:txBody>
          <a:bodyPr/>
          <a:lstStyle/>
          <a:p>
            <a:fld id="{006C31A5-624D-4DE1-8BB4-D235E764CD75}" type="slidenum">
              <a:rPr lang="it-IT" smtClean="0"/>
              <a:t>‹N›</a:t>
            </a:fld>
            <a:endParaRPr lang="it-IT"/>
          </a:p>
        </p:txBody>
      </p:sp>
    </p:spTree>
    <p:extLst>
      <p:ext uri="{BB962C8B-B14F-4D97-AF65-F5344CB8AC3E}">
        <p14:creationId xmlns:p14="http://schemas.microsoft.com/office/powerpoint/2010/main" val="42229808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990419B6-C1E4-3AD5-8E0B-9DF7E2230F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2733748E-FFFB-D941-DAD7-53799945CA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0D91BADE-0A75-25C2-44A7-AEE22BB6AA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22E3EE1-7BEC-4089-B6A5-C51A31992472}" type="datetimeFigureOut">
              <a:rPr lang="it-IT" smtClean="0"/>
              <a:t>07/06/2026</a:t>
            </a:fld>
            <a:endParaRPr lang="it-IT"/>
          </a:p>
        </p:txBody>
      </p:sp>
      <p:sp>
        <p:nvSpPr>
          <p:cNvPr id="5" name="Segnaposto piè di pagina 4">
            <a:extLst>
              <a:ext uri="{FF2B5EF4-FFF2-40B4-BE49-F238E27FC236}">
                <a16:creationId xmlns:a16="http://schemas.microsoft.com/office/drawing/2014/main" id="{37DE00D7-643F-65CF-6FD5-E366A0B1E8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D011A23D-20C4-9089-9988-D01842057D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06C31A5-624D-4DE1-8BB4-D235E764CD75}" type="slidenum">
              <a:rPr lang="it-IT" smtClean="0"/>
              <a:t>‹N›</a:t>
            </a:fld>
            <a:endParaRPr lang="it-IT"/>
          </a:p>
        </p:txBody>
      </p:sp>
    </p:spTree>
    <p:extLst>
      <p:ext uri="{BB962C8B-B14F-4D97-AF65-F5344CB8AC3E}">
        <p14:creationId xmlns:p14="http://schemas.microsoft.com/office/powerpoint/2010/main" val="6258705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jonathan.crescentini@studio.unibo.it" TargetMode="External"/><Relationship Id="rId2" Type="http://schemas.openxmlformats.org/officeDocument/2006/relationships/hyperlink" Target="mailto:hiba.hadine@studio.unibo.it" TargetMode="External"/><Relationship Id="rId1" Type="http://schemas.openxmlformats.org/officeDocument/2006/relationships/slideLayout" Target="../slideLayouts/slideLayout1.xml"/><Relationship Id="rId4" Type="http://schemas.openxmlformats.org/officeDocument/2006/relationships/hyperlink" Target="https://github.com/StatJon/Progetto-IngegneriaSistemiWeb.git"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figma.com/design/a2vk6vfzNOL8sqM5RMt5GV/Progetto-web?node-id=0-1&amp;p=f&amp;t=bOATAl8gLXgHEHmL-0"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9C23666-5596-A4EB-CAEC-ED122CAED0D1}"/>
              </a:ext>
            </a:extLst>
          </p:cNvPr>
          <p:cNvSpPr>
            <a:spLocks noGrp="1"/>
          </p:cNvSpPr>
          <p:nvPr>
            <p:ph type="ctrTitle"/>
          </p:nvPr>
        </p:nvSpPr>
        <p:spPr/>
        <p:txBody>
          <a:bodyPr>
            <a:normAutofit fontScale="90000"/>
          </a:bodyPr>
          <a:lstStyle/>
          <a:p>
            <a:r>
              <a:rPr lang="it-IT" dirty="0"/>
              <a:t>“Engine Check”</a:t>
            </a:r>
            <a:br>
              <a:rPr lang="it-IT" dirty="0"/>
            </a:br>
            <a:r>
              <a:rPr lang="it-IT" dirty="0"/>
              <a:t>Sito web prenotazione officina</a:t>
            </a:r>
            <a:br>
              <a:rPr lang="it-IT" dirty="0"/>
            </a:br>
            <a:r>
              <a:rPr lang="it-IT" sz="3100" i="1" dirty="0"/>
              <a:t>Progetto Ingegneria Sistemi Web 2025-2026</a:t>
            </a:r>
            <a:endParaRPr lang="it-IT" i="1" dirty="0"/>
          </a:p>
        </p:txBody>
      </p:sp>
      <p:sp>
        <p:nvSpPr>
          <p:cNvPr id="3" name="Sottotitolo 2">
            <a:extLst>
              <a:ext uri="{FF2B5EF4-FFF2-40B4-BE49-F238E27FC236}">
                <a16:creationId xmlns:a16="http://schemas.microsoft.com/office/drawing/2014/main" id="{61F6F49C-2A91-657A-694A-E1F44F66631A}"/>
              </a:ext>
            </a:extLst>
          </p:cNvPr>
          <p:cNvSpPr>
            <a:spLocks noGrp="1"/>
          </p:cNvSpPr>
          <p:nvPr>
            <p:ph type="subTitle" idx="1"/>
          </p:nvPr>
        </p:nvSpPr>
        <p:spPr/>
        <p:txBody>
          <a:bodyPr>
            <a:normAutofit lnSpcReduction="10000"/>
          </a:bodyPr>
          <a:lstStyle/>
          <a:p>
            <a:endParaRPr lang="it-IT" u="sng" dirty="0">
              <a:hlinkClick r:id="rId2"/>
            </a:endParaRPr>
          </a:p>
          <a:p>
            <a:r>
              <a:rPr lang="it-IT" u="sng" dirty="0">
                <a:hlinkClick r:id="rId2"/>
              </a:rPr>
              <a:t>hiba.hadine@studio.unibo.it</a:t>
            </a:r>
            <a:r>
              <a:rPr lang="it-IT" i="1" dirty="0"/>
              <a:t> - </a:t>
            </a:r>
            <a:r>
              <a:rPr lang="it-IT" u="sng" dirty="0">
                <a:hlinkClick r:id="rId3"/>
              </a:rPr>
              <a:t>jonathan.crescentini@studio.unibo.it</a:t>
            </a:r>
            <a:r>
              <a:rPr lang="it-IT" dirty="0"/>
              <a:t> </a:t>
            </a:r>
          </a:p>
          <a:p>
            <a:r>
              <a:rPr lang="en-US" dirty="0"/>
              <a:t>Link GitHub:</a:t>
            </a:r>
            <a:br>
              <a:rPr lang="en-US" dirty="0"/>
            </a:br>
            <a:r>
              <a:rPr lang="en-US" dirty="0"/>
              <a:t> </a:t>
            </a:r>
            <a:r>
              <a:rPr lang="en-US" dirty="0">
                <a:hlinkClick r:id="rId4"/>
              </a:rPr>
              <a:t>https://github.com/StatJon/Progetto-IngegneriaSistemiWeb.git</a:t>
            </a:r>
            <a:endParaRPr lang="en-US" dirty="0"/>
          </a:p>
          <a:p>
            <a:endParaRPr lang="it-IT" dirty="0"/>
          </a:p>
          <a:p>
            <a:endParaRPr lang="it-IT" dirty="0"/>
          </a:p>
        </p:txBody>
      </p:sp>
    </p:spTree>
    <p:extLst>
      <p:ext uri="{BB962C8B-B14F-4D97-AF65-F5344CB8AC3E}">
        <p14:creationId xmlns:p14="http://schemas.microsoft.com/office/powerpoint/2010/main" val="3382359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A5E4921-83E6-773A-380D-FE8DAF523FE5}"/>
              </a:ext>
            </a:extLst>
          </p:cNvPr>
          <p:cNvSpPr>
            <a:spLocks noGrp="1"/>
          </p:cNvSpPr>
          <p:nvPr>
            <p:ph type="title"/>
          </p:nvPr>
        </p:nvSpPr>
        <p:spPr/>
        <p:txBody>
          <a:bodyPr/>
          <a:lstStyle/>
          <a:p>
            <a:r>
              <a:rPr lang="it-IT" b="1" dirty="0"/>
              <a:t>Introduzione</a:t>
            </a:r>
            <a:endParaRPr lang="it-IT" dirty="0"/>
          </a:p>
        </p:txBody>
      </p:sp>
      <p:sp>
        <p:nvSpPr>
          <p:cNvPr id="3" name="Segnaposto contenuto 2">
            <a:extLst>
              <a:ext uri="{FF2B5EF4-FFF2-40B4-BE49-F238E27FC236}">
                <a16:creationId xmlns:a16="http://schemas.microsoft.com/office/drawing/2014/main" id="{DD6EE549-4976-5702-79D0-5ABC06CBF437}"/>
              </a:ext>
            </a:extLst>
          </p:cNvPr>
          <p:cNvSpPr>
            <a:spLocks noGrp="1"/>
          </p:cNvSpPr>
          <p:nvPr>
            <p:ph idx="1"/>
          </p:nvPr>
        </p:nvSpPr>
        <p:spPr/>
        <p:txBody>
          <a:bodyPr>
            <a:normAutofit fontScale="92500"/>
          </a:bodyPr>
          <a:lstStyle/>
          <a:p>
            <a:r>
              <a:rPr lang="it-IT" dirty="0"/>
              <a:t>Engine Check è un sito web per la prenotazione di appuntamenti di manutenzione veicoli e gestione dei lavori e dipendenti dell’officina.</a:t>
            </a:r>
          </a:p>
          <a:p>
            <a:r>
              <a:rPr lang="it-IT" dirty="0"/>
              <a:t>I clienti possono visionare e prenotare i servizi da effettuare al proprio veicolo e la data dell’appuntamento.</a:t>
            </a:r>
          </a:p>
          <a:p>
            <a:r>
              <a:rPr lang="it-IT" dirty="0"/>
              <a:t>I dipendenti possono vedere i lavori prenotati e visualizzare o modificare lo stato dei lavori ad essi assegnati.</a:t>
            </a:r>
          </a:p>
          <a:p>
            <a:r>
              <a:rPr lang="it-IT" dirty="0"/>
              <a:t>È prevista anche una gestione a livello admin dei lavori e dipendenti</a:t>
            </a:r>
          </a:p>
          <a:p>
            <a:endParaRPr lang="it-IT" dirty="0"/>
          </a:p>
          <a:p>
            <a:pPr marL="0" indent="0">
              <a:buNone/>
            </a:pPr>
            <a:r>
              <a:rPr lang="it-IT" sz="1800" i="1" dirty="0"/>
              <a:t>È disponibile una versione in formato relazione .docx con approfondimenti tecnici nella root del repo.</a:t>
            </a:r>
          </a:p>
        </p:txBody>
      </p:sp>
    </p:spTree>
    <p:extLst>
      <p:ext uri="{BB962C8B-B14F-4D97-AF65-F5344CB8AC3E}">
        <p14:creationId xmlns:p14="http://schemas.microsoft.com/office/powerpoint/2010/main" val="3753219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34BB1A7-27EF-BC4F-B647-6DC0706A6ACC}"/>
              </a:ext>
            </a:extLst>
          </p:cNvPr>
          <p:cNvSpPr>
            <a:spLocks noGrp="1"/>
          </p:cNvSpPr>
          <p:nvPr>
            <p:ph type="title"/>
          </p:nvPr>
        </p:nvSpPr>
        <p:spPr>
          <a:xfrm>
            <a:off x="838200" y="2766218"/>
            <a:ext cx="10515600" cy="1325563"/>
          </a:xfrm>
        </p:spPr>
        <p:txBody>
          <a:bodyPr/>
          <a:lstStyle/>
          <a:p>
            <a:r>
              <a:rPr lang="it-IT" b="1" dirty="0"/>
              <a:t>Setup</a:t>
            </a:r>
          </a:p>
        </p:txBody>
      </p:sp>
      <p:sp>
        <p:nvSpPr>
          <p:cNvPr id="3" name="Segnaposto contenuto 2">
            <a:extLst>
              <a:ext uri="{FF2B5EF4-FFF2-40B4-BE49-F238E27FC236}">
                <a16:creationId xmlns:a16="http://schemas.microsoft.com/office/drawing/2014/main" id="{B1034FDF-1891-1F49-B1F4-6F9FE7300A3F}"/>
              </a:ext>
            </a:extLst>
          </p:cNvPr>
          <p:cNvSpPr>
            <a:spLocks noGrp="1"/>
          </p:cNvSpPr>
          <p:nvPr>
            <p:ph idx="1"/>
          </p:nvPr>
        </p:nvSpPr>
        <p:spPr>
          <a:xfrm>
            <a:off x="838200" y="1825625"/>
            <a:ext cx="10515600" cy="940593"/>
          </a:xfrm>
        </p:spPr>
        <p:txBody>
          <a:bodyPr/>
          <a:lstStyle/>
          <a:p>
            <a:r>
              <a:rPr lang="it-IT" dirty="0">
                <a:hlinkClick r:id="rId2"/>
              </a:rPr>
              <a:t>https://www.figma.com/design/a2vk6vfzNOL8sqM5RMt5GV/Progetto-web?node-id=0-1&amp;p=f&amp;t=bOATAl8gLXgHEHmL-0</a:t>
            </a:r>
            <a:endParaRPr lang="it-IT" dirty="0"/>
          </a:p>
          <a:p>
            <a:pPr marL="0" indent="0">
              <a:buNone/>
            </a:pPr>
            <a:endParaRPr lang="it-IT" dirty="0"/>
          </a:p>
        </p:txBody>
      </p:sp>
      <p:sp>
        <p:nvSpPr>
          <p:cNvPr id="4" name="Titolo 1">
            <a:extLst>
              <a:ext uri="{FF2B5EF4-FFF2-40B4-BE49-F238E27FC236}">
                <a16:creationId xmlns:a16="http://schemas.microsoft.com/office/drawing/2014/main" id="{E0468F6A-887E-80A2-D260-54CD1A3CDA53}"/>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it-IT" b="1"/>
              <a:t>Mockup di partenza </a:t>
            </a:r>
            <a:endParaRPr lang="it-IT" b="1" dirty="0"/>
          </a:p>
        </p:txBody>
      </p:sp>
      <p:sp>
        <p:nvSpPr>
          <p:cNvPr id="5" name="Segnaposto contenuto 2">
            <a:extLst>
              <a:ext uri="{FF2B5EF4-FFF2-40B4-BE49-F238E27FC236}">
                <a16:creationId xmlns:a16="http://schemas.microsoft.com/office/drawing/2014/main" id="{29D6B031-0230-464F-4E41-CC248C3B7FA5}"/>
              </a:ext>
            </a:extLst>
          </p:cNvPr>
          <p:cNvSpPr txBox="1">
            <a:spLocks/>
          </p:cNvSpPr>
          <p:nvPr/>
        </p:nvSpPr>
        <p:spPr>
          <a:xfrm>
            <a:off x="838200" y="4091781"/>
            <a:ext cx="10515600" cy="174884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dirty="0"/>
              <a:t>Le istruzioni per il setup sono contenute nel README.md alla cartella root della repository </a:t>
            </a:r>
            <a:r>
              <a:rPr lang="it-IT" dirty="0" err="1"/>
              <a:t>git</a:t>
            </a:r>
            <a:r>
              <a:rPr lang="it-IT"/>
              <a:t>.</a:t>
            </a:r>
            <a:endParaRPr lang="it-IT" dirty="0"/>
          </a:p>
          <a:p>
            <a:pPr marL="0" indent="0">
              <a:buFont typeface="Arial" panose="020B0604020202020204" pitchFamily="34" charset="0"/>
              <a:buNone/>
            </a:pPr>
            <a:endParaRPr lang="it-IT" dirty="0"/>
          </a:p>
        </p:txBody>
      </p:sp>
    </p:spTree>
    <p:extLst>
      <p:ext uri="{BB962C8B-B14F-4D97-AF65-F5344CB8AC3E}">
        <p14:creationId xmlns:p14="http://schemas.microsoft.com/office/powerpoint/2010/main" val="7197702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4E60768-750E-39DB-65EC-97D1AC2518F4}"/>
              </a:ext>
            </a:extLst>
          </p:cNvPr>
          <p:cNvSpPr>
            <a:spLocks noGrp="1"/>
          </p:cNvSpPr>
          <p:nvPr>
            <p:ph type="title"/>
          </p:nvPr>
        </p:nvSpPr>
        <p:spPr/>
        <p:txBody>
          <a:bodyPr/>
          <a:lstStyle/>
          <a:p>
            <a:r>
              <a:rPr lang="it-IT" b="1" dirty="0"/>
              <a:t>Pulsante login/utente</a:t>
            </a:r>
            <a:endParaRPr lang="it-IT" dirty="0"/>
          </a:p>
        </p:txBody>
      </p:sp>
      <p:sp>
        <p:nvSpPr>
          <p:cNvPr id="3" name="Segnaposto contenuto 2">
            <a:extLst>
              <a:ext uri="{FF2B5EF4-FFF2-40B4-BE49-F238E27FC236}">
                <a16:creationId xmlns:a16="http://schemas.microsoft.com/office/drawing/2014/main" id="{ACDD363A-B724-0031-6067-3B505B171438}"/>
              </a:ext>
            </a:extLst>
          </p:cNvPr>
          <p:cNvSpPr>
            <a:spLocks noGrp="1"/>
          </p:cNvSpPr>
          <p:nvPr>
            <p:ph idx="1"/>
          </p:nvPr>
        </p:nvSpPr>
        <p:spPr/>
        <p:txBody>
          <a:bodyPr/>
          <a:lstStyle/>
          <a:p>
            <a:r>
              <a:rPr lang="it-IT" dirty="0"/>
              <a:t>In tutte le pagine, nella </a:t>
            </a:r>
            <a:r>
              <a:rPr lang="it-IT" dirty="0" err="1"/>
              <a:t>navbar</a:t>
            </a:r>
            <a:r>
              <a:rPr lang="it-IT" dirty="0"/>
              <a:t>, l’ultima opzione è un pulsante / link che varia in base all’identità dell’utente per permettere di accedere alla pagina relativa ad esso più coerente.</a:t>
            </a:r>
            <a:br>
              <a:rPr lang="it-IT" dirty="0"/>
            </a:br>
            <a:r>
              <a:rPr lang="it-IT" dirty="0"/>
              <a:t>Per comodità nel resto del documento si farà riferimento ad esso con “pulsante login/utente”.</a:t>
            </a:r>
          </a:p>
          <a:p>
            <a:endParaRPr lang="it-IT" dirty="0"/>
          </a:p>
        </p:txBody>
      </p:sp>
    </p:spTree>
    <p:extLst>
      <p:ext uri="{BB962C8B-B14F-4D97-AF65-F5344CB8AC3E}">
        <p14:creationId xmlns:p14="http://schemas.microsoft.com/office/powerpoint/2010/main" val="2822461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72A8A4D-410E-4DF0-2FB5-4BCD9B198986}"/>
              </a:ext>
            </a:extLst>
          </p:cNvPr>
          <p:cNvSpPr>
            <a:spLocks noGrp="1"/>
          </p:cNvSpPr>
          <p:nvPr>
            <p:ph type="title"/>
          </p:nvPr>
        </p:nvSpPr>
        <p:spPr/>
        <p:txBody>
          <a:bodyPr/>
          <a:lstStyle/>
          <a:p>
            <a:r>
              <a:rPr lang="it-IT" b="1" dirty="0"/>
              <a:t>Features lato utenti</a:t>
            </a:r>
            <a:endParaRPr lang="it-IT" dirty="0"/>
          </a:p>
        </p:txBody>
      </p:sp>
      <p:sp>
        <p:nvSpPr>
          <p:cNvPr id="3" name="Segnaposto contenuto 2">
            <a:extLst>
              <a:ext uri="{FF2B5EF4-FFF2-40B4-BE49-F238E27FC236}">
                <a16:creationId xmlns:a16="http://schemas.microsoft.com/office/drawing/2014/main" id="{E1468C1A-672D-083D-A003-38814D71AACE}"/>
              </a:ext>
            </a:extLst>
          </p:cNvPr>
          <p:cNvSpPr>
            <a:spLocks noGrp="1"/>
          </p:cNvSpPr>
          <p:nvPr>
            <p:ph idx="1"/>
          </p:nvPr>
        </p:nvSpPr>
        <p:spPr/>
        <p:txBody>
          <a:bodyPr>
            <a:normAutofit fontScale="85000" lnSpcReduction="20000"/>
          </a:bodyPr>
          <a:lstStyle/>
          <a:p>
            <a:r>
              <a:rPr lang="it-IT" dirty="0"/>
              <a:t>I clienti devono registrare un proprio account tramite l’apposita pagina per poter prenotare un appuntamento (pulsante login/utente). Qualora l’utente non fosse loggato, ogni tentativo di accedere ai servizi di prenotazione verrà reindirizzato verso la pagina di login.</a:t>
            </a:r>
          </a:p>
          <a:p>
            <a:r>
              <a:rPr lang="it-IT" dirty="0"/>
              <a:t>Una volta registrato o effettuato l’accesso, il cliente può scegliere il tipo di veicolo da sottoporre a manutenzione (auto o moto) tramite gli appositi bottoni in </a:t>
            </a:r>
            <a:r>
              <a:rPr lang="it-IT" dirty="0" err="1"/>
              <a:t>navbar</a:t>
            </a:r>
            <a:r>
              <a:rPr lang="it-IT" dirty="0"/>
              <a:t>, homepage e pagina utente.</a:t>
            </a:r>
          </a:p>
          <a:p>
            <a:r>
              <a:rPr lang="it-IT" dirty="0"/>
              <a:t>Successivamente è necessario scegliere quali servizi effettuare ed infine inserire i dettagli del veicolo e decidere la data e l’ora dell’appuntamento.</a:t>
            </a:r>
            <a:br>
              <a:rPr lang="it-IT" dirty="0"/>
            </a:br>
            <a:r>
              <a:rPr lang="it-IT" dirty="0"/>
              <a:t>Vengono mostrati i giorni e gli orari disponibili in base alla disponibilità di meccanici a quell’ora-giorno ed al tempo necessario.</a:t>
            </a:r>
          </a:p>
          <a:p>
            <a:r>
              <a:rPr lang="it-IT" dirty="0"/>
              <a:t>Una volta creata almeno una prenotazione il cliente può visionare i propri appuntamenti tramite la propria pagina di profilo (pulsante login/utente) ed eliminarli se necessario.</a:t>
            </a:r>
          </a:p>
          <a:p>
            <a:endParaRPr lang="it-IT" dirty="0"/>
          </a:p>
        </p:txBody>
      </p:sp>
    </p:spTree>
    <p:extLst>
      <p:ext uri="{BB962C8B-B14F-4D97-AF65-F5344CB8AC3E}">
        <p14:creationId xmlns:p14="http://schemas.microsoft.com/office/powerpoint/2010/main" val="28019787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65748B7-06B1-4715-DE20-F990464A5C57}"/>
              </a:ext>
            </a:extLst>
          </p:cNvPr>
          <p:cNvSpPr>
            <a:spLocks noGrp="1"/>
          </p:cNvSpPr>
          <p:nvPr>
            <p:ph type="title"/>
          </p:nvPr>
        </p:nvSpPr>
        <p:spPr/>
        <p:txBody>
          <a:bodyPr/>
          <a:lstStyle/>
          <a:p>
            <a:r>
              <a:rPr lang="it-IT" b="1" dirty="0"/>
              <a:t>Features lato dipendenti (lavoratori)</a:t>
            </a:r>
            <a:endParaRPr lang="it-IT" dirty="0"/>
          </a:p>
        </p:txBody>
      </p:sp>
      <p:sp>
        <p:nvSpPr>
          <p:cNvPr id="3" name="Segnaposto contenuto 2">
            <a:extLst>
              <a:ext uri="{FF2B5EF4-FFF2-40B4-BE49-F238E27FC236}">
                <a16:creationId xmlns:a16="http://schemas.microsoft.com/office/drawing/2014/main" id="{B3D812C3-EED7-C3BC-790E-79710DC50CD9}"/>
              </a:ext>
            </a:extLst>
          </p:cNvPr>
          <p:cNvSpPr>
            <a:spLocks noGrp="1"/>
          </p:cNvSpPr>
          <p:nvPr>
            <p:ph idx="1"/>
          </p:nvPr>
        </p:nvSpPr>
        <p:spPr/>
        <p:txBody>
          <a:bodyPr/>
          <a:lstStyle/>
          <a:p>
            <a:r>
              <a:rPr lang="it-IT" dirty="0"/>
              <a:t>I dipendenti (previa registrazione da parte di admin, vedere dopo nella sezione features admin) possono entrare nella propria pagina dashboard tramite login nella apposita sezione login dipendenti accessibile dalla pagina di login generale (pulsante login/utente).</a:t>
            </a:r>
          </a:p>
          <a:p>
            <a:r>
              <a:rPr lang="it-IT" dirty="0"/>
              <a:t>Una volta acceduti, la dashboard presenta tutti i lavori assegnati al dipendente. La dashboard permette, oltre a visionare i propri lavori, di modificare lo stato dei lavori selezionando la riga lavoro interessata (tramite radio-</a:t>
            </a:r>
            <a:r>
              <a:rPr lang="it-IT" dirty="0" err="1"/>
              <a:t>button</a:t>
            </a:r>
            <a:r>
              <a:rPr lang="it-IT" dirty="0"/>
              <a:t>) e premendo su uno dei tasti azione a sinistra.</a:t>
            </a:r>
          </a:p>
          <a:p>
            <a:endParaRPr lang="it-IT" dirty="0"/>
          </a:p>
        </p:txBody>
      </p:sp>
    </p:spTree>
    <p:extLst>
      <p:ext uri="{BB962C8B-B14F-4D97-AF65-F5344CB8AC3E}">
        <p14:creationId xmlns:p14="http://schemas.microsoft.com/office/powerpoint/2010/main" val="4533079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426614F-C3C0-DA13-6A43-05075A8C2415}"/>
              </a:ext>
            </a:extLst>
          </p:cNvPr>
          <p:cNvSpPr>
            <a:spLocks noGrp="1"/>
          </p:cNvSpPr>
          <p:nvPr>
            <p:ph type="title"/>
          </p:nvPr>
        </p:nvSpPr>
        <p:spPr/>
        <p:txBody>
          <a:bodyPr/>
          <a:lstStyle/>
          <a:p>
            <a:r>
              <a:rPr lang="it-IT" b="1" dirty="0"/>
              <a:t>Features lato dipendenti (admin)</a:t>
            </a:r>
            <a:endParaRPr lang="it-IT" dirty="0"/>
          </a:p>
        </p:txBody>
      </p:sp>
      <p:sp>
        <p:nvSpPr>
          <p:cNvPr id="3" name="Segnaposto contenuto 2">
            <a:extLst>
              <a:ext uri="{FF2B5EF4-FFF2-40B4-BE49-F238E27FC236}">
                <a16:creationId xmlns:a16="http://schemas.microsoft.com/office/drawing/2014/main" id="{7230576B-9200-35FA-C4C1-D3C29CA467C6}"/>
              </a:ext>
            </a:extLst>
          </p:cNvPr>
          <p:cNvSpPr>
            <a:spLocks noGrp="1"/>
          </p:cNvSpPr>
          <p:nvPr>
            <p:ph idx="1"/>
          </p:nvPr>
        </p:nvSpPr>
        <p:spPr/>
        <p:txBody>
          <a:bodyPr/>
          <a:lstStyle/>
          <a:p>
            <a:r>
              <a:rPr lang="it-IT" dirty="0"/>
              <a:t>Gli utenti admin possono accedere alle proprie pagine tramite la stessa pagina di login dei dipendenti, il login controlla il numero di badge per decidere quali sono le pagine corrette da mostrare. Gli utenti admin hanno accesso a due pagine riservate a loro.</a:t>
            </a:r>
          </a:p>
          <a:p>
            <a:r>
              <a:rPr lang="it-IT" dirty="0"/>
              <a:t>La prima pagina mostra tutti i lavori attualmente prenotati sul sito, l’admin può assegnare e de-assegnare i lavoratori ai singoli lavori, eliminare e terminare i lavori.</a:t>
            </a:r>
          </a:p>
          <a:p>
            <a:r>
              <a:rPr lang="it-IT" dirty="0"/>
              <a:t>La seconda pagina mostra l’elenco dei lavoratori registrati e permette la rimozione dei suddetti o l’aggiunta di nuovi dipendenti tramite pagina accessibile dal relativo tasto.</a:t>
            </a:r>
          </a:p>
          <a:p>
            <a:endParaRPr lang="it-IT" dirty="0"/>
          </a:p>
        </p:txBody>
      </p:sp>
    </p:spTree>
    <p:extLst>
      <p:ext uri="{BB962C8B-B14F-4D97-AF65-F5344CB8AC3E}">
        <p14:creationId xmlns:p14="http://schemas.microsoft.com/office/powerpoint/2010/main" val="315922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CF98C1CE-59C3-FF7A-58FB-89FFC9EFF631}"/>
              </a:ext>
            </a:extLst>
          </p:cNvPr>
          <p:cNvSpPr>
            <a:spLocks noGrp="1"/>
          </p:cNvSpPr>
          <p:nvPr>
            <p:ph type="title"/>
          </p:nvPr>
        </p:nvSpPr>
        <p:spPr/>
        <p:txBody>
          <a:bodyPr/>
          <a:lstStyle/>
          <a:p>
            <a:r>
              <a:rPr lang="it-IT" b="1" dirty="0"/>
              <a:t>Tecnologie e pacchetti usati</a:t>
            </a:r>
          </a:p>
        </p:txBody>
      </p:sp>
      <p:sp>
        <p:nvSpPr>
          <p:cNvPr id="5" name="Segnaposto contenuto 4">
            <a:extLst>
              <a:ext uri="{FF2B5EF4-FFF2-40B4-BE49-F238E27FC236}">
                <a16:creationId xmlns:a16="http://schemas.microsoft.com/office/drawing/2014/main" id="{A8FE922E-B418-654B-19C6-C6BDD23A8C51}"/>
              </a:ext>
            </a:extLst>
          </p:cNvPr>
          <p:cNvSpPr>
            <a:spLocks noGrp="1"/>
          </p:cNvSpPr>
          <p:nvPr>
            <p:ph sz="half" idx="1"/>
          </p:nvPr>
        </p:nvSpPr>
        <p:spPr/>
        <p:txBody>
          <a:bodyPr/>
          <a:lstStyle/>
          <a:p>
            <a:pPr lvl="0"/>
            <a:r>
              <a:rPr lang="it-IT" dirty="0"/>
              <a:t>XAMPP (Apache, </a:t>
            </a:r>
            <a:r>
              <a:rPr lang="it-IT" dirty="0" err="1"/>
              <a:t>MySql</a:t>
            </a:r>
            <a:r>
              <a:rPr lang="it-IT" dirty="0"/>
              <a:t>)</a:t>
            </a:r>
          </a:p>
          <a:p>
            <a:pPr lvl="0"/>
            <a:r>
              <a:rPr lang="it-IT" dirty="0"/>
              <a:t>Node.js</a:t>
            </a:r>
          </a:p>
          <a:p>
            <a:pPr lvl="0"/>
            <a:r>
              <a:rPr lang="it-IT" dirty="0" err="1"/>
              <a:t>npm</a:t>
            </a:r>
            <a:endParaRPr lang="it-IT" dirty="0"/>
          </a:p>
          <a:p>
            <a:pPr lvl="0"/>
            <a:r>
              <a:rPr lang="it-IT" dirty="0"/>
              <a:t>Vue.js (con Vue router)</a:t>
            </a:r>
          </a:p>
          <a:p>
            <a:pPr lvl="0"/>
            <a:r>
              <a:rPr lang="it-IT" dirty="0"/>
              <a:t>Vite</a:t>
            </a:r>
          </a:p>
          <a:p>
            <a:pPr lvl="0"/>
            <a:r>
              <a:rPr lang="it-IT" dirty="0"/>
              <a:t>Axios</a:t>
            </a:r>
          </a:p>
          <a:p>
            <a:pPr lvl="0"/>
            <a:r>
              <a:rPr lang="it-IT" dirty="0" err="1"/>
              <a:t>TypeScript</a:t>
            </a:r>
            <a:endParaRPr lang="it-IT" dirty="0"/>
          </a:p>
          <a:p>
            <a:pPr lvl="0"/>
            <a:r>
              <a:rPr lang="it-IT" dirty="0"/>
              <a:t>Express (con MySql2)</a:t>
            </a:r>
          </a:p>
          <a:p>
            <a:endParaRPr lang="it-IT" dirty="0"/>
          </a:p>
        </p:txBody>
      </p:sp>
      <p:sp>
        <p:nvSpPr>
          <p:cNvPr id="6" name="Segnaposto contenuto 5">
            <a:extLst>
              <a:ext uri="{FF2B5EF4-FFF2-40B4-BE49-F238E27FC236}">
                <a16:creationId xmlns:a16="http://schemas.microsoft.com/office/drawing/2014/main" id="{179A0C1E-BCD9-1464-C765-DF086DACDB0B}"/>
              </a:ext>
            </a:extLst>
          </p:cNvPr>
          <p:cNvSpPr>
            <a:spLocks noGrp="1"/>
          </p:cNvSpPr>
          <p:nvPr>
            <p:ph sz="half" idx="2"/>
          </p:nvPr>
        </p:nvSpPr>
        <p:spPr/>
        <p:txBody>
          <a:bodyPr/>
          <a:lstStyle/>
          <a:p>
            <a:pPr lvl="0"/>
            <a:r>
              <a:rPr lang="it-IT" dirty="0" err="1"/>
              <a:t>jsonwebtoken</a:t>
            </a:r>
            <a:r>
              <a:rPr lang="it-IT" dirty="0"/>
              <a:t> (con @types)</a:t>
            </a:r>
          </a:p>
          <a:p>
            <a:pPr lvl="0"/>
            <a:r>
              <a:rPr lang="it-IT" dirty="0" err="1"/>
              <a:t>bcrypt</a:t>
            </a:r>
            <a:r>
              <a:rPr lang="it-IT" dirty="0"/>
              <a:t> (con @types)</a:t>
            </a:r>
          </a:p>
          <a:p>
            <a:pPr lvl="0"/>
            <a:r>
              <a:rPr lang="it-IT" dirty="0"/>
              <a:t>cookie-parser (con @types)</a:t>
            </a:r>
          </a:p>
          <a:p>
            <a:pPr lvl="0"/>
            <a:r>
              <a:rPr lang="en-US" dirty="0"/>
              <a:t>connect-history-</a:t>
            </a:r>
            <a:r>
              <a:rPr lang="en-US" dirty="0" err="1"/>
              <a:t>api</a:t>
            </a:r>
            <a:r>
              <a:rPr lang="en-US" dirty="0"/>
              <a:t>-fallback (con @types)</a:t>
            </a:r>
            <a:endParaRPr lang="it-IT" dirty="0"/>
          </a:p>
          <a:p>
            <a:pPr lvl="0"/>
            <a:r>
              <a:rPr lang="it-IT" dirty="0" err="1"/>
              <a:t>dotenv</a:t>
            </a:r>
            <a:endParaRPr lang="it-IT" dirty="0"/>
          </a:p>
          <a:p>
            <a:pPr lvl="0"/>
            <a:r>
              <a:rPr lang="it-IT" dirty="0" err="1"/>
              <a:t>awesomephonenumber</a:t>
            </a:r>
            <a:endParaRPr lang="it-IT" dirty="0"/>
          </a:p>
          <a:p>
            <a:endParaRPr lang="it-IT" dirty="0"/>
          </a:p>
        </p:txBody>
      </p:sp>
    </p:spTree>
    <p:extLst>
      <p:ext uri="{BB962C8B-B14F-4D97-AF65-F5344CB8AC3E}">
        <p14:creationId xmlns:p14="http://schemas.microsoft.com/office/powerpoint/2010/main" val="37751781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2DEC780-88DF-6CCC-2B2E-333D9821B467}"/>
              </a:ext>
            </a:extLst>
          </p:cNvPr>
          <p:cNvSpPr>
            <a:spLocks noGrp="1"/>
          </p:cNvSpPr>
          <p:nvPr>
            <p:ph type="title"/>
          </p:nvPr>
        </p:nvSpPr>
        <p:spPr/>
        <p:txBody>
          <a:bodyPr/>
          <a:lstStyle/>
          <a:p>
            <a:r>
              <a:rPr lang="it-IT" b="1" dirty="0"/>
              <a:t>Repository </a:t>
            </a:r>
            <a:r>
              <a:rPr lang="it-IT" b="1" dirty="0" err="1"/>
              <a:t>Git</a:t>
            </a:r>
            <a:r>
              <a:rPr lang="it-IT" b="1" dirty="0"/>
              <a:t> (GitHub)</a:t>
            </a:r>
          </a:p>
        </p:txBody>
      </p:sp>
      <p:sp>
        <p:nvSpPr>
          <p:cNvPr id="7" name="Segnaposto contenuto 6">
            <a:extLst>
              <a:ext uri="{FF2B5EF4-FFF2-40B4-BE49-F238E27FC236}">
                <a16:creationId xmlns:a16="http://schemas.microsoft.com/office/drawing/2014/main" id="{BAAD3EE9-6F1B-D1D8-026C-7847C16BC874}"/>
              </a:ext>
            </a:extLst>
          </p:cNvPr>
          <p:cNvSpPr>
            <a:spLocks noGrp="1"/>
          </p:cNvSpPr>
          <p:nvPr>
            <p:ph idx="1"/>
          </p:nvPr>
        </p:nvSpPr>
        <p:spPr/>
        <p:txBody>
          <a:bodyPr/>
          <a:lstStyle/>
          <a:p>
            <a:pPr marL="0" indent="0">
              <a:buNone/>
            </a:pPr>
            <a:r>
              <a:rPr lang="en-US" dirty="0"/>
              <a:t>https://github.com/StatJon/Progetto-IngegneriaSistemiWeb.git</a:t>
            </a:r>
            <a:endParaRPr lang="it-IT" dirty="0"/>
          </a:p>
          <a:p>
            <a:endParaRPr lang="it-IT" dirty="0"/>
          </a:p>
        </p:txBody>
      </p:sp>
    </p:spTree>
    <p:extLst>
      <p:ext uri="{BB962C8B-B14F-4D97-AF65-F5344CB8AC3E}">
        <p14:creationId xmlns:p14="http://schemas.microsoft.com/office/powerpoint/2010/main" val="2888287251"/>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90</TotalTime>
  <Words>675</Words>
  <Application>Microsoft Office PowerPoint</Application>
  <PresentationFormat>Widescreen</PresentationFormat>
  <Paragraphs>46</Paragraphs>
  <Slides>9</Slides>
  <Notes>0</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9</vt:i4>
      </vt:variant>
    </vt:vector>
  </HeadingPairs>
  <TitlesOfParts>
    <vt:vector size="13" baseType="lpstr">
      <vt:lpstr>Aptos</vt:lpstr>
      <vt:lpstr>Aptos Display</vt:lpstr>
      <vt:lpstr>Arial</vt:lpstr>
      <vt:lpstr>Tema di Office</vt:lpstr>
      <vt:lpstr>“Engine Check” Sito web prenotazione officina Progetto Ingegneria Sistemi Web 2025-2026</vt:lpstr>
      <vt:lpstr>Introduzione</vt:lpstr>
      <vt:lpstr>Setup</vt:lpstr>
      <vt:lpstr>Pulsante login/utente</vt:lpstr>
      <vt:lpstr>Features lato utenti</vt:lpstr>
      <vt:lpstr>Features lato dipendenti (lavoratori)</vt:lpstr>
      <vt:lpstr>Features lato dipendenti (admin)</vt:lpstr>
      <vt:lpstr>Tecnologie e pacchetti usati</vt:lpstr>
      <vt:lpstr>Repository Git (GitHub)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Jonathan Crescentini</dc:creator>
  <cp:lastModifiedBy>Jonathan Crescentini</cp:lastModifiedBy>
  <cp:revision>6</cp:revision>
  <cp:lastPrinted>2026-06-06T20:59:13Z</cp:lastPrinted>
  <dcterms:created xsi:type="dcterms:W3CDTF">2026-06-06T09:47:41Z</dcterms:created>
  <dcterms:modified xsi:type="dcterms:W3CDTF">2026-06-07T18:52:37Z</dcterms:modified>
</cp:coreProperties>
</file>